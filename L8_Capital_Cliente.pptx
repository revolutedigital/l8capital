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121140" y="0"/>
            <a:ext cx="228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554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A P I T A 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83280" y="2788920"/>
            <a:ext cx="2377440" cy="91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926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3657600"/>
            <a:ext cx="4023360" cy="4572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9677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703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Soluções financeiras para imobiliárias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l8capital.com.br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Você conhece esse cenário?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2286000" cy="265176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280160"/>
            <a:ext cx="45720" cy="2651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 que só aumentam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Taxa de boleto, sistema, seguros com comissão baixa. A margem aperta todo mês.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280160"/>
            <a:ext cx="2286000" cy="265176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280160"/>
            <a:ext cx="45720" cy="2651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gasto com operacional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equipe poderia estar fechando negócios, mas está gerenciando processos.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286000" cy="265176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45720" cy="2651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Difícil se diferenciar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Portais, franquias, novos players. Todo mundo parece oferecer a mesma coisa.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você se identificou com pelo menos um desses cenários, continue conosco.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se existisse uma forma de...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Aumentar sua receita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vender mais imóveis?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Reduzir seus custos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cortar qualidade?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Liberar sua equipe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584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operacional que não gera negócio?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4297680"/>
            <a:ext cx="457200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Essa solução existe. E se chama L8 Capital.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Conheça a L8 Capital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Somos uma plataforma de soluções financeiras criada especificamente para imobiliárias. Nossa missão é fortalecer seu negócio através de tecnologia própria e modelo de parceria real.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78308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anos de experiência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828800"/>
            <a:ext cx="178308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7180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imobiliárias parceiras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178308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 própria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828800"/>
            <a:ext cx="178308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R$ 2.050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0372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 média/mês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703320"/>
            <a:ext cx="731520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794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Nosso modelo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somos fornecedores. Somos parceiros. Você só tem custo se tiver ganho primeiro.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fazemos pela sua imobiliária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22860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143000"/>
            <a:ext cx="2286000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Incêndio, Fiança, Condomínio, Vida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1371600" cy="9144"/>
          </a:xfrm>
          <a:prstGeom prst="rect">
            <a:avLst/>
          </a:prstGeom>
          <a:solidFill>
            <a:srgbClr val="EFE1B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Comissões de até 40%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143000"/>
            <a:ext cx="22860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143000"/>
            <a:ext cx="228600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de boletagem, float, fundo de reserva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108960"/>
            <a:ext cx="1371600" cy="9144"/>
          </a:xfrm>
          <a:prstGeom prst="rect">
            <a:avLst/>
          </a:prstGeom>
          <a:solidFill>
            <a:srgbClr val="EFE1B8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Boleto a R$ 1,90 (vs. R$ 6 do mercado)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143000"/>
            <a:ext cx="22860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5C5C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43000"/>
            <a:ext cx="2286000" cy="640080"/>
          </a:xfrm>
          <a:prstGeom prst="rect">
            <a:avLst/>
          </a:prstGeom>
          <a:solidFill>
            <a:srgbClr val="5C5C56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03504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comercial, operacional, vistoria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108960"/>
            <a:ext cx="1371600" cy="9144"/>
          </a:xfrm>
          <a:prstGeom prst="rect">
            <a:avLst/>
          </a:prstGeom>
          <a:solidFill>
            <a:srgbClr val="EFE1B8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Conhecimento de 400+ imobiliárias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Seguros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Proteção completa para seus clientes, receita recorrente para você.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7315200" cy="18288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Benefício para o cliente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Sua comissão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Incêndio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Obrigatório por lei - proteção essencial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Fiança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Elimina fiador, aprovação em 72h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Condomínio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Proteção completa para áreas comuns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Residencial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Cobertura ampla + assistência 24h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566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Diferencial L8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3886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Enquanto o mercado paga 15-20% de comissão única, nós oferecemos até 40% de comissão recorrente. Você ganha todo mês enquanto a apólice estiver ativa.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Financeiro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real de custos operacionais.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POR BOLETO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783080"/>
            <a:ext cx="5029200" cy="274320"/>
          </a:xfrm>
          <a:prstGeom prst="rect">
            <a:avLst/>
          </a:prstGeom>
          <a:solidFill>
            <a:srgbClr val="4A4A45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R$ 6,00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240280"/>
            <a:ext cx="1591056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R$ 1,90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194560"/>
            <a:ext cx="1188720" cy="32004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212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SIMULAÇÃO DE ECONOMIA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63240"/>
          <a:ext cx="7315200" cy="109728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Boletos/mês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7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Economia/mês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R$ 1.230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R$ 2.050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7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Economia/ano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A8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R$ 4.920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A8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R$ 14.760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R$ 24.600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7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A8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R$ 49.200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Também oferecemos: Rentabilização de Float e Gestão de Fundo de Reserva (para administradoras)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prática, quanto você pode ganhar?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Simulação para uma imobiliária com 500 imóveis administrados: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7315200" cy="777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459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 em boletos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R$ 2.050/mês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R$ 24.600/ano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7315200" cy="777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560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Comissão de seguros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R$ 1.500+/mês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R$ 18.000+/ano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291840"/>
            <a:ext cx="7315200" cy="777240"/>
          </a:xfrm>
          <a:prstGeom prst="rect">
            <a:avLst/>
          </a:prstGeom>
          <a:solidFill>
            <a:srgbClr val="C9A227"/>
          </a:solidFill>
          <a:ln w="25400">
            <a:solidFill>
              <a:srgbClr val="B8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474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ESTIMADO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R$ 3.550+/mês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R$ 42.600+/ano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Valores estimados baseados em médias de mercado. Resultado real depende da sua operação.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escolher a L8?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parceria real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Você só paga se ganhar. Nosso sucesso depende do seu.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 100% própria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dependemos de terceiros. Agilidade para resolver qualquer questão.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Validado em 400+ imobiliárias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estamos testando. Estamos trazendo algo que já funciona.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fidelidade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Confiamos no nosso trabalho. Você pode sair quando quiser.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humano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de robôs. Pessoas reais resolvendo seus problemas.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"Não queremos clientes. Queremos parceiros que cresçam conosco."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457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começar?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simples em 3 passos: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783080"/>
            <a:ext cx="5120640" cy="9144"/>
          </a:xfrm>
          <a:prstGeom prst="rect">
            <a:avLst/>
          </a:prstGeom>
          <a:solidFill>
            <a:srgbClr val="EFE1B8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46304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38100" dist="25400" dir="2700000">
              <a:srgbClr val="745C1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5819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minutos para entender sua operação. Sem compromisso.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46304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38100" dist="25400" dir="2700000">
              <a:srgbClr val="745C1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15819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Analisamos seus números e identificamos oportunidades. Gratuito.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46304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38100" dist="25400" dir="2700000">
              <a:srgbClr val="745C1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5819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3317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fizer sentido, começamos em até 7 dias.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4160520"/>
            <a:ext cx="6400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Resultados no primeiro mês. ROI claro em 90 dias.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conversar?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280160"/>
            <a:ext cx="6400800" cy="182880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2700000">
              <a:srgbClr val="745C1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417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Agende uma conversa de 30 minutos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compromisso. Você sai com um diagnóstico gratuito da sua operação.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74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NOSSOS CANAIS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WhatsApp: (11) 91234-5678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contato@l8capital.com.br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l8capital.com.br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Gratuito   ✓ Sem fidelidade   ✓ Resultados no 1º mês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121140" y="0"/>
            <a:ext cx="228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5544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700" kern="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A P I T A 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2743200"/>
            <a:ext cx="2377440" cy="91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880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60320" y="3520440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contato@l8capital.com.br  |  l8capital.com.br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 pelo seu tempo.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L8 Capital. Todos os direitos reservados.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L8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Capital - Apresentação para Clientes</dc:title>
  <dc:subject>Apresentação Comercial - Janeiro 2026</dc:subject>
  <dc:creator>L8 Capital</dc:creator>
  <cp:lastModifiedBy>L8 Capital</cp:lastModifiedBy>
  <cp:revision>1</cp:revision>
  <dcterms:created xsi:type="dcterms:W3CDTF">2026-01-20T18:55:00Z</dcterms:created>
  <dcterms:modified xsi:type="dcterms:W3CDTF">2026-01-20T18:55:00Z</dcterms:modified>
</cp:coreProperties>
</file>
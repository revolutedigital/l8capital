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05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9116568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2788920"/>
            <a:ext cx="2743200" cy="10973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971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11680" y="3657600"/>
            <a:ext cx="5120640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9677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D4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Economize até R$ 2.050/mês com a mesma operação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de Vendas • 2026</a:t>
            </a:r>
            <a:endParaRPr lang="en-US" sz="9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33411F5-A8BE-431F-A42E-798D0583A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963" y="905169"/>
            <a:ext cx="1652074" cy="1652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margem está diminuindo.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você sabe disso.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1506712"/>
            <a:ext cx="2286000" cy="2651760"/>
          </a:xfrm>
          <a:prstGeom prst="rect">
            <a:avLst/>
          </a:prstGeom>
          <a:solidFill>
            <a:srgbClr val="FAFAF8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506712"/>
            <a:ext cx="2286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71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0120" y="2290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Custos que só aumentam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7015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R$ 6,00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60120" y="329593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boleto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(média do mercado)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506712"/>
            <a:ext cx="2286000" cy="2651760"/>
          </a:xfrm>
          <a:prstGeom prst="rect">
            <a:avLst/>
          </a:prstGeom>
          <a:solidFill>
            <a:srgbClr val="FAFAF8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506712"/>
            <a:ext cx="2286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7871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20440" y="2290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perdido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7015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20440" y="329593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tempo gasto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operacional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506712"/>
            <a:ext cx="2286000" cy="2651760"/>
          </a:xfrm>
          <a:prstGeom prst="rect">
            <a:avLst/>
          </a:prstGeom>
          <a:solidFill>
            <a:srgbClr val="FAFAF8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506712"/>
            <a:ext cx="2286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7871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80760" y="2290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Difícil se diferenciar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27015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???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080760" y="329593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concorrência oferece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coisa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4343400"/>
            <a:ext cx="740664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Quanto você está deixando na mesa todo mês?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custo de não mudar nada: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você emite 500 boletos/mês: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645920"/>
            <a:ext cx="22860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mês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R$ 2.050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deixados na mesa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2860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B8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ano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92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R$ 24.600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deixados na mesa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89320" y="1645920"/>
            <a:ext cx="22860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3 anos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R$ 73.800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8932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deixados na mesa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3657600"/>
            <a:ext cx="7406640" cy="822960"/>
          </a:xfrm>
          <a:prstGeom prst="rect">
            <a:avLst/>
          </a:prstGeom>
          <a:solidFill>
            <a:srgbClr val="C9A227"/>
          </a:solidFill>
          <a:ln/>
          <a:effectLst>
            <a:outerShdw blurRad="63500" dist="38100" dir="2700000" algn="bl" rotWithShape="0">
              <a:srgbClr val="745C18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600" y="3749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Isso é só em boletos.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Adicione seguros com comissão baixa e você entende o tamanho do problema.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L8 resolve isso em 3 frentes: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042688"/>
            <a:ext cx="2286000" cy="2840100"/>
          </a:xfrm>
          <a:prstGeom prst="rect">
            <a:avLst/>
          </a:prstGeom>
          <a:solidFill>
            <a:srgbClr val="C9A227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1798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682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AUMENTAR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142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Comissões de seguros até 40%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825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Receita recorrente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37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Novos produtos financeiros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32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429000" y="1042688"/>
            <a:ext cx="2286000" cy="2840100"/>
          </a:xfrm>
          <a:prstGeom prst="rect">
            <a:avLst/>
          </a:prstGeom>
          <a:solidFill>
            <a:srgbClr val="0A0A0A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1798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1682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4142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Boleto de R$ 6 → R$ 1,90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825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Sem mensalidade fixa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237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Economia imediata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232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989320" y="1042688"/>
            <a:ext cx="2286000" cy="2840100"/>
          </a:xfrm>
          <a:prstGeom prst="rect">
            <a:avLst/>
          </a:prstGeom>
          <a:solidFill>
            <a:srgbClr val="F5F5F3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11798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89320" y="1682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24142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Gestão automatizada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825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100% digital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3237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Sua equipe livre p/ vender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39653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828800" y="4403448"/>
            <a:ext cx="548640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0" y="442173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IMOBILIÁRIA MAIS FORTE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prática, quanto você economiza?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417320"/>
            <a:ext cx="5029200" cy="320040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417320"/>
            <a:ext cx="502920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R$ 6,00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874520"/>
            <a:ext cx="5029200" cy="320040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1874520"/>
            <a:ext cx="1591056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874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R$ 1,90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1645920" cy="411480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-68%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SIMULAÇÃO POR VOLUME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7315200" cy="11887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Boletos/mês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Economia/mês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R$ 1.230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45C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R$ 2.050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Economia/ano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R$ 4.920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R$ 14.760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R$ 24.600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R$ 49.200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914400" y="4114800"/>
            <a:ext cx="7315200" cy="777240"/>
          </a:xfrm>
          <a:prstGeom prst="rect">
            <a:avLst/>
          </a:prstGeom>
          <a:solidFill>
            <a:srgbClr val="FAFAF8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2178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E os seguros?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7280" y="4446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Comissões de 25% a 40% (vs. 15-20% do mercado).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Isso</a:t>
            </a:r>
            <a:r>
              <a:rPr lang="en-US" sz="11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significa mais R$ 500 a R$ 2.000/mês dependendo da sua carteira.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funciona? Simples.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1604704"/>
            <a:ext cx="5120640" cy="13716"/>
          </a:xfrm>
          <a:prstGeom prst="rect">
            <a:avLst/>
          </a:prstGeom>
          <a:solidFill>
            <a:srgbClr val="EFE1B8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284664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blurRad="38100" dist="25400" dir="2700000" algn="bl" rotWithShape="0">
              <a:srgbClr val="745C18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40353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153344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447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701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22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minutos para entender sua operação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3877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compromisso, sem pressão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284664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blurRad="38100" dist="25400" dir="2700000" algn="bl" rotWithShape="0">
              <a:srgbClr val="745C1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140353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83280" y="2153344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2447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2701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022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Analisamos seus números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3877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Relatório gratuito com oportunidades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284664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blurRad="38100" dist="25400" dir="2700000" algn="bl" rotWithShape="0">
              <a:srgbClr val="745C1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140353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26480" y="2153344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22447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26480" y="2701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022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Começamos em até 7 dias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3877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no primeiro mês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4343400"/>
            <a:ext cx="4572000" cy="502920"/>
          </a:xfrm>
          <a:prstGeom prst="rect">
            <a:avLst/>
          </a:prstGeom>
          <a:solidFill>
            <a:srgbClr val="FBF8F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4389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Sem fidelidade. Sem burocracia. Pode sair quando quiser.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a L8 e não outro?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3474720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FORNECEDOR COMUM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Vende e desaparece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391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Comissão única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478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Tecnologia terceirizada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916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Processos rígidos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3558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Suporte robotizado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2860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474720" cy="3017520"/>
          </a:xfrm>
          <a:prstGeom prst="rect">
            <a:avLst/>
          </a:prstGeom>
          <a:solidFill>
            <a:srgbClr val="0A0A0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Parceiro de verdade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0391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Ganho recorrente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78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Tecnologia 100% própria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16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Agilidade de startup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Suporte humano sempre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7315200" cy="5943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 você não ganha, nós não ganhamos. Simples assim."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já está com a gente: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97150" y="1097280"/>
            <a:ext cx="19202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715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715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7150" y="2240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5990" y="1097280"/>
            <a:ext cx="19202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599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A227"/>
                </a:solidFill>
              </a:rPr>
              <a:t>★</a:t>
            </a:r>
          </a:p>
        </p:txBody>
      </p:sp>
      <p:sp>
        <p:nvSpPr>
          <p:cNvPr id="10" name="Text 8"/>
          <p:cNvSpPr/>
          <p:nvPr/>
        </p:nvSpPr>
        <p:spPr>
          <a:xfrm>
            <a:off x="254599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5990" y="2240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experiência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4830" y="1097280"/>
            <a:ext cx="19202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483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9483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94830" y="2240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própria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43670" y="1097280"/>
            <a:ext cx="192024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367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4367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R$ 2.050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43670" y="2240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economia média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466531"/>
            <a:ext cx="7315200" cy="930778"/>
          </a:xfrm>
          <a:prstGeom prst="rect">
            <a:avLst/>
          </a:prstGeom>
          <a:solidFill>
            <a:srgbClr val="1A1A1A"/>
          </a:solidFill>
          <a:ln w="12700">
            <a:solidFill>
              <a:srgbClr val="4A4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566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Modelo validado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779064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4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Centro-Oeste, nosso parceiro estratégico já opera com a mesma tecnologia há anos. Não estamos testando algo novo. Estamos trazendo para São Paulo algo que já funciona.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863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LGPD compliant   •   🛡️ Servidores seguros   •   ✓ Sem fidelidade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 passo: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280160"/>
            <a:ext cx="6400800" cy="2011680"/>
          </a:xfrm>
          <a:prstGeom prst="rect">
            <a:avLst/>
          </a:prstGeom>
          <a:solidFill>
            <a:srgbClr val="C9A227"/>
          </a:solidFill>
          <a:ln/>
          <a:effectLst>
            <a:outerShdw blurRad="101600" dist="50800" dir="2700000" algn="bl" rotWithShape="0">
              <a:srgbClr val="745C18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57904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127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Agende uma conversa de 30 minutos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630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Gratuito. Sem compromisso. Você sai com um diagnóstico da sua operação.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609915"/>
            <a:ext cx="6400800" cy="852139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755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FALE CONOSCO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39482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WhatsApp: (11) 91234-5678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39482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contato@l8capital.com.br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39482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Site: l8capital.com.br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677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Sem fidelidade    ✓ Resultados no 1º mês    ✓ Pode sair quando quiser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9116568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2743200"/>
            <a:ext cx="2743200" cy="10973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3566160"/>
            <a:ext cx="4572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4A4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contato@l8capital.com.br  |  l8capital.com.br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 pelo seu tempo.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L8 Capital</a:t>
            </a:r>
            <a:endParaRPr lang="en-US" sz="9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1FF91B7-D6B1-4383-8C30-4AAE20ABF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963" y="905169"/>
            <a:ext cx="1652074" cy="1652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590</Words>
  <Application>Microsoft Office PowerPoint</Application>
  <PresentationFormat>Apresentação na tela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L8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Capital - Apresentação de Vendas</dc:title>
  <dc:subject>Sales Deck - Janeiro 2026</dc:subject>
  <dc:creator>L8 Capital</dc:creator>
  <cp:lastModifiedBy>david silva</cp:lastModifiedBy>
  <cp:revision>3</cp:revision>
  <dcterms:created xsi:type="dcterms:W3CDTF">2026-01-20T18:06:23Z</dcterms:created>
  <dcterms:modified xsi:type="dcterms:W3CDTF">2026-01-20T18:20:09Z</dcterms:modified>
</cp:coreProperties>
</file>